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6D74B-6983-8A62-B6FF-5492B7AF1C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25EB9B-2565-8BF3-EE0B-8B78CA992E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06F93-FC9D-0241-BB66-C5C134892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6AB1-F5DD-4959-AEAA-8CC8C9C5D321}" type="datetimeFigureOut">
              <a:rPr lang="en-SG" smtClean="0"/>
              <a:t>6/2/2026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44827-5375-D9BF-5A55-33950DE38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496C8-F4DA-F3D2-27D6-D8350EC0A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6DDE1-767E-465A-8B52-6BE4EB91ACA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73334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006B4-2195-77A8-0ACD-993FCEC3D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C0D39-634B-3AFE-A82B-B44586E59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07AFA-8066-3DBB-AA27-9014FEC83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6AB1-F5DD-4959-AEAA-8CC8C9C5D321}" type="datetimeFigureOut">
              <a:rPr lang="en-SG" smtClean="0"/>
              <a:t>6/2/2026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615180-B4C8-AE31-4EBC-519D8824E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B49AA-E38E-DA90-4FB3-E3C610653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6DDE1-767E-465A-8B52-6BE4EB91ACA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97592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17874-4584-CD1D-F8B2-985A438A7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0E2DC1-DFF8-8E3E-1D35-EBFDB2C427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0FCC0-7C56-F841-958D-0CB5B87D4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6AB1-F5DD-4959-AEAA-8CC8C9C5D321}" type="datetimeFigureOut">
              <a:rPr lang="en-SG" smtClean="0"/>
              <a:t>6/2/2026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66295-1CEB-0FFD-1A28-F1D8CC550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92D88-2B35-6A95-AA40-55A65269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6DDE1-767E-465A-8B52-6BE4EB91ACA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67915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2CA59-DB1A-9ED9-2817-89BC431A5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0717E-388C-F2CD-199F-ED5EA24395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034BCB-3BC3-28C8-D849-F74CAD6D4B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BAED9A-42A4-336F-2367-AEF4F2D31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6AB1-F5DD-4959-AEAA-8CC8C9C5D321}" type="datetimeFigureOut">
              <a:rPr lang="en-SG" smtClean="0"/>
              <a:t>6/2/2026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FD3741-1940-9128-9AE4-39FB1407B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9F2E71-E9AD-B1DA-B017-9940C2BAC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6DDE1-767E-465A-8B52-6BE4EB91ACA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93229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E169E-9E7C-A311-3593-9E3AE281F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7DE22-48BC-DB98-B416-23AAE3C4A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16E927-8F49-18D3-0ACE-54C20CFBC3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3AC2E0-5A5B-ACF9-C017-49C1E3A2F4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196E5F-B7FE-FF5E-062C-856C5087BA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32C7A4-2012-31FB-492C-6DBFF186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6AB1-F5DD-4959-AEAA-8CC8C9C5D321}" type="datetimeFigureOut">
              <a:rPr lang="en-SG" smtClean="0"/>
              <a:t>6/2/2026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F4A3AE-062B-DE71-1952-084F6E939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0B13E2-81E2-AF99-13C4-E4A3AC7A2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6DDE1-767E-465A-8B52-6BE4EB91ACA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11325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7705F-8581-4773-C9F1-350C20C8A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C468EA-A1BC-E249-D853-44B564831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6AB1-F5DD-4959-AEAA-8CC8C9C5D321}" type="datetimeFigureOut">
              <a:rPr lang="en-SG" smtClean="0"/>
              <a:t>6/2/2026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A230F2-9DF4-47F2-7226-1C5D25F01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7FC24E-A2C1-4947-4106-388BC5BA1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6DDE1-767E-465A-8B52-6BE4EB91ACA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66233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7D2D45-7270-6D46-0EA3-31662D31B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6AB1-F5DD-4959-AEAA-8CC8C9C5D321}" type="datetimeFigureOut">
              <a:rPr lang="en-SG" smtClean="0"/>
              <a:t>6/2/2026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E67A51-BB0A-8776-0530-AF4D4AF61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9654E-0C1F-B07F-3C42-8497FA80D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6DDE1-767E-465A-8B52-6BE4EB91ACA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1669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972E1-E7F8-5DB1-1353-E61EE6065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260FD-ED21-32E9-7B16-A898F24E5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32229B-BBD3-F4C1-2D30-5E166EB9DE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47BAE5-F65E-C1F8-4A3A-85B594ED3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6AB1-F5DD-4959-AEAA-8CC8C9C5D321}" type="datetimeFigureOut">
              <a:rPr lang="en-SG" smtClean="0"/>
              <a:t>6/2/2026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514720-97E2-8BC8-9A28-40D291CE3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623209-BA58-5669-9778-6A50D7A16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6DDE1-767E-465A-8B52-6BE4EB91ACA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98629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DBB16-3CCB-DE2C-F59A-2810D4F92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671116-0000-D924-753F-F792F564EC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6BE437-1E5D-B4A0-960F-B890BD39D8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3329C7-F266-09C8-403B-5F8C9A3F5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6AB1-F5DD-4959-AEAA-8CC8C9C5D321}" type="datetimeFigureOut">
              <a:rPr lang="en-SG" smtClean="0"/>
              <a:t>6/2/2026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F4CAAB-8D0D-9A01-4F0A-F82E2B78B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42840D-7945-45E7-3523-064213B41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6DDE1-767E-465A-8B52-6BE4EB91ACA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19524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9E858-0808-6A34-4F80-32D484C68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3B11F4-FC7E-A342-C1C5-19B9DDBF19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46E8C-058A-837C-139B-6ECA7114E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6AB1-F5DD-4959-AEAA-8CC8C9C5D321}" type="datetimeFigureOut">
              <a:rPr lang="en-SG" smtClean="0"/>
              <a:t>6/2/2026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43BD1-5E5C-47A9-A20C-2CFFCA9A2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1893B-07B7-FE13-3862-0E2C0792A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6DDE1-767E-465A-8B52-6BE4EB91ACA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66162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42608B-B1DC-AE1F-4916-BBC3AE5F72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F2BA5A-40F3-DD4B-213C-844F14DF4A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BA77B-19A0-5953-D410-6BB0531D7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6AB1-F5DD-4959-AEAA-8CC8C9C5D321}" type="datetimeFigureOut">
              <a:rPr lang="en-SG" smtClean="0"/>
              <a:t>6/2/2026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1E745-3465-59D9-B743-4BCE9DFB6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8D5FC-AE2E-B3B3-B8B5-31BEC32A3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6DDE1-767E-465A-8B52-6BE4EB91ACA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31347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B5BABB-1C50-06FA-E21F-86ED9CB89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37F651-5C85-7968-2EAC-4F1D533F8B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E0EB6-C95E-BC62-8730-3206F26F4D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ED6AB1-F5DD-4959-AEAA-8CC8C9C5D321}" type="datetimeFigureOut">
              <a:rPr lang="en-SG" smtClean="0"/>
              <a:t>6/2/2026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08883-CF65-99CD-2CC8-2117AE7BA0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EC18A-069D-9315-8032-B98D6C0B56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C6DDE1-767E-465A-8B52-6BE4EB91ACA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90310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13F94-01D2-4EE0-3F34-994AAC14A1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/>
              <a:t>snow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2D21B8-67A1-8D03-0A2B-12889724B6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01513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snow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# TOH YI JING (UC-FT)</dc:creator>
  <cp:lastModifiedBy># TOH YI JING (UC-FT)</cp:lastModifiedBy>
  <cp:revision>1</cp:revision>
  <dcterms:created xsi:type="dcterms:W3CDTF">2026-02-06T10:18:25Z</dcterms:created>
  <dcterms:modified xsi:type="dcterms:W3CDTF">2026-02-06T10:18:30Z</dcterms:modified>
</cp:coreProperties>
</file>